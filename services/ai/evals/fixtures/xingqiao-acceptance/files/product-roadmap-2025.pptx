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2025产品路线图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Q2：发布团队知识库与权限管理。</a:t>
            </a:r>
          </a:p>
          <a:p>
            <a:pPr>
              <a:defRPr sz="2200"/>
            </a:pPr>
            <a:r>
              <a:t>Q3：上线智能问答的引用校验能力。</a:t>
            </a:r>
          </a:p>
          <a:p>
            <a:pPr>
              <a:defRPr sz="2200"/>
            </a:pPr>
            <a:r>
              <a:t>Q4：开放企业数据分析工作台。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