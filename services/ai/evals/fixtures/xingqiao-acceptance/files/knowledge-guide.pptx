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知识库使用指南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上传后先确认文档处理状态为“已完成”。</a:t>
            </a:r>
          </a:p>
          <a:p>
            <a:pPr>
              <a:defRPr sz="2200"/>
            </a:pPr>
            <a:r>
              <a:t>问答时选择需要检索的知识空间。</a:t>
            </a:r>
          </a:p>
          <a:p>
            <a:pPr>
              <a:defRPr sz="2200"/>
            </a:pPr>
            <a:r>
              <a:t>回答中的引用可定位到原文页码或工作表。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